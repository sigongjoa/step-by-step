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2286000" cy="27432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COGNITIVE CORRECTION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인지 교정 분석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822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2026.01.07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9144"/>
            <a:ext cx="6647688" cy="1453896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분석 대상 문제 (Target Problem)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6647688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2819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여기에 문제를 입력하세요...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취약 지점 (Bottleneck)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200400" cy="1097280"/>
          </a:xfrm>
          <a:prstGeom prst="roundRect">
            <a:avLst/>
          </a:prstGeom>
          <a:solidFill>
            <a:srgbClr val="F5F3FF"/>
          </a:solidFill>
          <a:ln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#읽기(Read) #계산(Solve)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3657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문제 유형 (Schema)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4487" y="3931920"/>
            <a:ext cx="32004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411480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75569"/>
                </a:solidFill>
              </a:defRPr>
            </a:pPr>
            <a:r>
              <a:t>#비교하기 #전체와 부분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731520" cy="731520"/>
          </a:xfrm>
          <a:prstGeom prst="roundRect">
            <a:avLst/>
          </a:prstGeom>
          <a:solidFill>
            <a:srgbClr val="0596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57332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성공을 위한 유일한 행동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예: '모두'라는 단어에 별표 치기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583680"/>
            <a:ext cx="731520" cy="731520"/>
          </a:xfrm>
          <a:prstGeom prst="round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583680"/>
            <a:ext cx="57332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2626"/>
                </a:solidFill>
              </a:defRPr>
            </a:pPr>
            <a:r>
              <a:t>반드시 멈춰야 할 습관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예: 숫자만 보고 바로 더하지 않기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601200"/>
            <a:ext cx="66476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MATHESIS LAB | COGNITIVE CORRECTION SYSTEM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